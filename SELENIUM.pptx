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  <p:sldId id="264" r:id="rId7"/>
    <p:sldId id="265" r:id="rId8"/>
    <p:sldId id="266" r:id="rId9"/>
    <p:sldId id="275" r:id="rId10"/>
    <p:sldId id="276" r:id="rId11"/>
    <p:sldId id="277" r:id="rId12"/>
    <p:sldId id="278" r:id="rId13"/>
    <p:sldId id="272" r:id="rId14"/>
    <p:sldId id="27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FD3B8-366E-407D-B319-7C5270A0F81B}" v="21" dt="2020-03-16T08:51:21.526"/>
    <p1510:client id="{4F9853B3-0455-4F8F-9548-FA76140CC290}" v="1762" dt="2020-03-15T14:42:20.930"/>
    <p1510:client id="{62C54E1E-128D-48DF-AE0D-46929DD92A81}" v="2" dt="2020-03-15T14:45:02.264"/>
    <p1510:client id="{C07451BD-E6C5-410D-B496-66A8F94AF470}" v="73" dt="2020-03-17T12:45:31.595"/>
    <p1510:client id="{C90C4014-7B9C-47BE-8A8F-F150CA4BBC0F}" v="287" dt="2020-03-15T09:33:43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D26B3F-D781-4226-8E9E-5DA7C23FF065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55188F-D5B9-4CC8-B54F-D8200A95DCEB}">
      <dgm:prSet/>
      <dgm:spPr/>
      <dgm:t>
        <a:bodyPr/>
        <a:lstStyle/>
        <a:p>
          <a:r>
            <a:rPr lang="en-US"/>
            <a:t>Mi az a Selenium?</a:t>
          </a:r>
        </a:p>
      </dgm:t>
    </dgm:pt>
    <dgm:pt modelId="{73BACED7-34EB-46F2-B9DA-B11637AD1688}" type="parTrans" cxnId="{EB09AC56-C84D-4A37-A082-E0A21BDEB115}">
      <dgm:prSet/>
      <dgm:spPr/>
      <dgm:t>
        <a:bodyPr/>
        <a:lstStyle/>
        <a:p>
          <a:endParaRPr lang="en-US"/>
        </a:p>
      </dgm:t>
    </dgm:pt>
    <dgm:pt modelId="{D25589F5-67B7-4AD1-BC27-60C381347677}" type="sibTrans" cxnId="{EB09AC56-C84D-4A37-A082-E0A21BDEB115}">
      <dgm:prSet/>
      <dgm:spPr/>
      <dgm:t>
        <a:bodyPr/>
        <a:lstStyle/>
        <a:p>
          <a:endParaRPr lang="en-US"/>
        </a:p>
      </dgm:t>
    </dgm:pt>
    <dgm:pt modelId="{9DE7401B-7F50-4F79-ACCE-282B24E60C23}">
      <dgm:prSet/>
      <dgm:spPr/>
      <dgm:t>
        <a:bodyPr/>
        <a:lstStyle/>
        <a:p>
          <a:r>
            <a:rPr lang="en-US"/>
            <a:t>Miért pont a Selenium?</a:t>
          </a:r>
        </a:p>
      </dgm:t>
    </dgm:pt>
    <dgm:pt modelId="{43D5A10B-05D6-4659-9D49-0A68509D8CF9}" type="parTrans" cxnId="{ABD9B184-F64F-4141-98F3-2932BDD0BCCF}">
      <dgm:prSet/>
      <dgm:spPr/>
      <dgm:t>
        <a:bodyPr/>
        <a:lstStyle/>
        <a:p>
          <a:endParaRPr lang="en-US"/>
        </a:p>
      </dgm:t>
    </dgm:pt>
    <dgm:pt modelId="{8CB86E2D-D2D3-4EA0-956A-42355ACCB42E}" type="sibTrans" cxnId="{ABD9B184-F64F-4141-98F3-2932BDD0BCCF}">
      <dgm:prSet/>
      <dgm:spPr/>
      <dgm:t>
        <a:bodyPr/>
        <a:lstStyle/>
        <a:p>
          <a:endParaRPr lang="en-US"/>
        </a:p>
      </dgm:t>
    </dgm:pt>
    <dgm:pt modelId="{23F1B0B0-D44B-42F0-ACB7-78F6CD0C91BB}">
      <dgm:prSet/>
      <dgm:spPr/>
      <dgm:t>
        <a:bodyPr/>
        <a:lstStyle/>
        <a:p>
          <a:r>
            <a:rPr lang="en-US"/>
            <a:t>Előnyök</a:t>
          </a:r>
        </a:p>
      </dgm:t>
    </dgm:pt>
    <dgm:pt modelId="{45D11B31-63CD-4C28-8021-FAD835DD5B00}" type="parTrans" cxnId="{E3FEEE4D-EE9D-4B2E-9B76-94B4A9EE2F77}">
      <dgm:prSet/>
      <dgm:spPr/>
      <dgm:t>
        <a:bodyPr/>
        <a:lstStyle/>
        <a:p>
          <a:endParaRPr lang="en-US"/>
        </a:p>
      </dgm:t>
    </dgm:pt>
    <dgm:pt modelId="{DD2249F1-C773-45F6-8AEF-7BD481E4F81E}" type="sibTrans" cxnId="{E3FEEE4D-EE9D-4B2E-9B76-94B4A9EE2F77}">
      <dgm:prSet/>
      <dgm:spPr/>
      <dgm:t>
        <a:bodyPr/>
        <a:lstStyle/>
        <a:p>
          <a:endParaRPr lang="en-US"/>
        </a:p>
      </dgm:t>
    </dgm:pt>
    <dgm:pt modelId="{C492B983-B8F0-40EE-B588-7F35518CA2B5}">
      <dgm:prSet/>
      <dgm:spPr/>
      <dgm:t>
        <a:bodyPr/>
        <a:lstStyle/>
        <a:p>
          <a:r>
            <a:rPr lang="en-US"/>
            <a:t>Mikor érdemes használni?</a:t>
          </a:r>
        </a:p>
      </dgm:t>
    </dgm:pt>
    <dgm:pt modelId="{06F87E9F-F445-44DA-8953-5A3AE4EBF2A3}" type="parTrans" cxnId="{E240F788-03DF-4270-81FE-372C150E6EA2}">
      <dgm:prSet/>
      <dgm:spPr/>
      <dgm:t>
        <a:bodyPr/>
        <a:lstStyle/>
        <a:p>
          <a:endParaRPr lang="en-US"/>
        </a:p>
      </dgm:t>
    </dgm:pt>
    <dgm:pt modelId="{88B51411-0AE2-4795-8DD6-B237B0FDE976}" type="sibTrans" cxnId="{E240F788-03DF-4270-81FE-372C150E6EA2}">
      <dgm:prSet/>
      <dgm:spPr/>
      <dgm:t>
        <a:bodyPr/>
        <a:lstStyle/>
        <a:p>
          <a:endParaRPr lang="en-US"/>
        </a:p>
      </dgm:t>
    </dgm:pt>
    <dgm:pt modelId="{C422F873-FFCD-4018-9CDD-F3AAC91FA346}">
      <dgm:prSet/>
      <dgm:spPr/>
      <dgm:t>
        <a:bodyPr/>
        <a:lstStyle/>
        <a:p>
          <a:r>
            <a:rPr lang="en-US"/>
            <a:t>Hogyan és miből épül fel?</a:t>
          </a:r>
        </a:p>
      </dgm:t>
    </dgm:pt>
    <dgm:pt modelId="{DDD22632-449C-4316-BD17-64131A6182EA}" type="parTrans" cxnId="{B67A71CA-10D0-482B-BC7D-DB98D6E4D243}">
      <dgm:prSet/>
      <dgm:spPr/>
      <dgm:t>
        <a:bodyPr/>
        <a:lstStyle/>
        <a:p>
          <a:endParaRPr lang="en-US"/>
        </a:p>
      </dgm:t>
    </dgm:pt>
    <dgm:pt modelId="{5D9695EB-8FE7-4459-8C67-0FEAB8D281FD}" type="sibTrans" cxnId="{B67A71CA-10D0-482B-BC7D-DB98D6E4D243}">
      <dgm:prSet/>
      <dgm:spPr/>
      <dgm:t>
        <a:bodyPr/>
        <a:lstStyle/>
        <a:p>
          <a:endParaRPr lang="en-US"/>
        </a:p>
      </dgm:t>
    </dgm:pt>
    <dgm:pt modelId="{3C42DEB9-DF91-4246-915D-D0EBF68F6440}" type="pres">
      <dgm:prSet presAssocID="{5BD26B3F-D781-4226-8E9E-5DA7C23FF065}" presName="vert0" presStyleCnt="0">
        <dgm:presLayoutVars>
          <dgm:dir/>
          <dgm:animOne val="branch"/>
          <dgm:animLvl val="lvl"/>
        </dgm:presLayoutVars>
      </dgm:prSet>
      <dgm:spPr/>
    </dgm:pt>
    <dgm:pt modelId="{AE4309F4-FC8B-4EDE-9881-CC45C632D3D7}" type="pres">
      <dgm:prSet presAssocID="{5B55188F-D5B9-4CC8-B54F-D8200A95DCEB}" presName="thickLine" presStyleLbl="alignNode1" presStyleIdx="0" presStyleCnt="5"/>
      <dgm:spPr/>
    </dgm:pt>
    <dgm:pt modelId="{188AA5FD-00DB-4689-B846-8ED4B8D022BC}" type="pres">
      <dgm:prSet presAssocID="{5B55188F-D5B9-4CC8-B54F-D8200A95DCEB}" presName="horz1" presStyleCnt="0"/>
      <dgm:spPr/>
    </dgm:pt>
    <dgm:pt modelId="{B7CC2364-54BC-44DF-A30D-F0E500DD79A2}" type="pres">
      <dgm:prSet presAssocID="{5B55188F-D5B9-4CC8-B54F-D8200A95DCEB}" presName="tx1" presStyleLbl="revTx" presStyleIdx="0" presStyleCnt="5"/>
      <dgm:spPr/>
    </dgm:pt>
    <dgm:pt modelId="{876D97A0-77D8-4E8C-8E00-52EDED1734DF}" type="pres">
      <dgm:prSet presAssocID="{5B55188F-D5B9-4CC8-B54F-D8200A95DCEB}" presName="vert1" presStyleCnt="0"/>
      <dgm:spPr/>
    </dgm:pt>
    <dgm:pt modelId="{F3AD38D7-970A-4439-98A6-1D66955067D1}" type="pres">
      <dgm:prSet presAssocID="{9DE7401B-7F50-4F79-ACCE-282B24E60C23}" presName="thickLine" presStyleLbl="alignNode1" presStyleIdx="1" presStyleCnt="5"/>
      <dgm:spPr/>
    </dgm:pt>
    <dgm:pt modelId="{43708723-5D9D-43BD-9244-8E2595880366}" type="pres">
      <dgm:prSet presAssocID="{9DE7401B-7F50-4F79-ACCE-282B24E60C23}" presName="horz1" presStyleCnt="0"/>
      <dgm:spPr/>
    </dgm:pt>
    <dgm:pt modelId="{AA5AE6C3-2469-4EC6-806D-F2099982219A}" type="pres">
      <dgm:prSet presAssocID="{9DE7401B-7F50-4F79-ACCE-282B24E60C23}" presName="tx1" presStyleLbl="revTx" presStyleIdx="1" presStyleCnt="5"/>
      <dgm:spPr/>
    </dgm:pt>
    <dgm:pt modelId="{B33D1412-A2D8-40AA-8AD7-5C47B3704C5D}" type="pres">
      <dgm:prSet presAssocID="{9DE7401B-7F50-4F79-ACCE-282B24E60C23}" presName="vert1" presStyleCnt="0"/>
      <dgm:spPr/>
    </dgm:pt>
    <dgm:pt modelId="{54DEA0CF-B4D0-4A13-BA2F-67B1B9188DEB}" type="pres">
      <dgm:prSet presAssocID="{23F1B0B0-D44B-42F0-ACB7-78F6CD0C91BB}" presName="thickLine" presStyleLbl="alignNode1" presStyleIdx="2" presStyleCnt="5"/>
      <dgm:spPr/>
    </dgm:pt>
    <dgm:pt modelId="{FB1D5DCD-5BD4-48C9-A497-AADB607B6812}" type="pres">
      <dgm:prSet presAssocID="{23F1B0B0-D44B-42F0-ACB7-78F6CD0C91BB}" presName="horz1" presStyleCnt="0"/>
      <dgm:spPr/>
    </dgm:pt>
    <dgm:pt modelId="{201CF773-0CF4-4831-A923-C20CE99E9202}" type="pres">
      <dgm:prSet presAssocID="{23F1B0B0-D44B-42F0-ACB7-78F6CD0C91BB}" presName="tx1" presStyleLbl="revTx" presStyleIdx="2" presStyleCnt="5"/>
      <dgm:spPr/>
    </dgm:pt>
    <dgm:pt modelId="{DF24F6B6-EC48-42EC-BC64-3EFF00BA0A54}" type="pres">
      <dgm:prSet presAssocID="{23F1B0B0-D44B-42F0-ACB7-78F6CD0C91BB}" presName="vert1" presStyleCnt="0"/>
      <dgm:spPr/>
    </dgm:pt>
    <dgm:pt modelId="{01254A02-D583-478E-8A31-255AECC257EE}" type="pres">
      <dgm:prSet presAssocID="{C492B983-B8F0-40EE-B588-7F35518CA2B5}" presName="thickLine" presStyleLbl="alignNode1" presStyleIdx="3" presStyleCnt="5"/>
      <dgm:spPr/>
    </dgm:pt>
    <dgm:pt modelId="{B459108A-A20B-47B7-8F95-538820EF7730}" type="pres">
      <dgm:prSet presAssocID="{C492B983-B8F0-40EE-B588-7F35518CA2B5}" presName="horz1" presStyleCnt="0"/>
      <dgm:spPr/>
    </dgm:pt>
    <dgm:pt modelId="{520EF507-5FF2-436D-ADF0-184229431877}" type="pres">
      <dgm:prSet presAssocID="{C492B983-B8F0-40EE-B588-7F35518CA2B5}" presName="tx1" presStyleLbl="revTx" presStyleIdx="3" presStyleCnt="5"/>
      <dgm:spPr/>
    </dgm:pt>
    <dgm:pt modelId="{FA972B51-AB46-471E-B77A-36614B4499A2}" type="pres">
      <dgm:prSet presAssocID="{C492B983-B8F0-40EE-B588-7F35518CA2B5}" presName="vert1" presStyleCnt="0"/>
      <dgm:spPr/>
    </dgm:pt>
    <dgm:pt modelId="{9652A3E6-9D77-4EF8-811C-D53CF6F65D31}" type="pres">
      <dgm:prSet presAssocID="{C422F873-FFCD-4018-9CDD-F3AAC91FA346}" presName="thickLine" presStyleLbl="alignNode1" presStyleIdx="4" presStyleCnt="5"/>
      <dgm:spPr/>
    </dgm:pt>
    <dgm:pt modelId="{6699391A-22C8-4A08-912D-155ECA818E13}" type="pres">
      <dgm:prSet presAssocID="{C422F873-FFCD-4018-9CDD-F3AAC91FA346}" presName="horz1" presStyleCnt="0"/>
      <dgm:spPr/>
    </dgm:pt>
    <dgm:pt modelId="{C27D8960-2302-458D-927C-A5EC1ADC1156}" type="pres">
      <dgm:prSet presAssocID="{C422F873-FFCD-4018-9CDD-F3AAC91FA346}" presName="tx1" presStyleLbl="revTx" presStyleIdx="4" presStyleCnt="5"/>
      <dgm:spPr/>
    </dgm:pt>
    <dgm:pt modelId="{84B80D29-B2E4-4CCD-B9DE-2BA3616478BF}" type="pres">
      <dgm:prSet presAssocID="{C422F873-FFCD-4018-9CDD-F3AAC91FA346}" presName="vert1" presStyleCnt="0"/>
      <dgm:spPr/>
    </dgm:pt>
  </dgm:ptLst>
  <dgm:cxnLst>
    <dgm:cxn modelId="{CB4B553D-C0A9-441F-AD29-24F958CE164C}" type="presOf" srcId="{5B55188F-D5B9-4CC8-B54F-D8200A95DCEB}" destId="{B7CC2364-54BC-44DF-A30D-F0E500DD79A2}" srcOrd="0" destOrd="0" presId="urn:microsoft.com/office/officeart/2008/layout/LinedList"/>
    <dgm:cxn modelId="{B304BD5E-2595-4C91-B4AA-9E6403915F6B}" type="presOf" srcId="{23F1B0B0-D44B-42F0-ACB7-78F6CD0C91BB}" destId="{201CF773-0CF4-4831-A923-C20CE99E9202}" srcOrd="0" destOrd="0" presId="urn:microsoft.com/office/officeart/2008/layout/LinedList"/>
    <dgm:cxn modelId="{E3FEEE4D-EE9D-4B2E-9B76-94B4A9EE2F77}" srcId="{5BD26B3F-D781-4226-8E9E-5DA7C23FF065}" destId="{23F1B0B0-D44B-42F0-ACB7-78F6CD0C91BB}" srcOrd="2" destOrd="0" parTransId="{45D11B31-63CD-4C28-8021-FAD835DD5B00}" sibTransId="{DD2249F1-C773-45F6-8AEF-7BD481E4F81E}"/>
    <dgm:cxn modelId="{EB09AC56-C84D-4A37-A082-E0A21BDEB115}" srcId="{5BD26B3F-D781-4226-8E9E-5DA7C23FF065}" destId="{5B55188F-D5B9-4CC8-B54F-D8200A95DCEB}" srcOrd="0" destOrd="0" parTransId="{73BACED7-34EB-46F2-B9DA-B11637AD1688}" sibTransId="{D25589F5-67B7-4AD1-BC27-60C381347677}"/>
    <dgm:cxn modelId="{BE2E4759-C5A7-4AB2-B2D0-7D8EA01C4F5E}" type="presOf" srcId="{5BD26B3F-D781-4226-8E9E-5DA7C23FF065}" destId="{3C42DEB9-DF91-4246-915D-D0EBF68F6440}" srcOrd="0" destOrd="0" presId="urn:microsoft.com/office/officeart/2008/layout/LinedList"/>
    <dgm:cxn modelId="{ABD9B184-F64F-4141-98F3-2932BDD0BCCF}" srcId="{5BD26B3F-D781-4226-8E9E-5DA7C23FF065}" destId="{9DE7401B-7F50-4F79-ACCE-282B24E60C23}" srcOrd="1" destOrd="0" parTransId="{43D5A10B-05D6-4659-9D49-0A68509D8CF9}" sibTransId="{8CB86E2D-D2D3-4EA0-956A-42355ACCB42E}"/>
    <dgm:cxn modelId="{E240F788-03DF-4270-81FE-372C150E6EA2}" srcId="{5BD26B3F-D781-4226-8E9E-5DA7C23FF065}" destId="{C492B983-B8F0-40EE-B588-7F35518CA2B5}" srcOrd="3" destOrd="0" parTransId="{06F87E9F-F445-44DA-8953-5A3AE4EBF2A3}" sibTransId="{88B51411-0AE2-4795-8DD6-B237B0FDE976}"/>
    <dgm:cxn modelId="{92BAA78D-9C69-43B5-85AC-990C4B9D76CF}" type="presOf" srcId="{C492B983-B8F0-40EE-B588-7F35518CA2B5}" destId="{520EF507-5FF2-436D-ADF0-184229431877}" srcOrd="0" destOrd="0" presId="urn:microsoft.com/office/officeart/2008/layout/LinedList"/>
    <dgm:cxn modelId="{B67A71CA-10D0-482B-BC7D-DB98D6E4D243}" srcId="{5BD26B3F-D781-4226-8E9E-5DA7C23FF065}" destId="{C422F873-FFCD-4018-9CDD-F3AAC91FA346}" srcOrd="4" destOrd="0" parTransId="{DDD22632-449C-4316-BD17-64131A6182EA}" sibTransId="{5D9695EB-8FE7-4459-8C67-0FEAB8D281FD}"/>
    <dgm:cxn modelId="{027DA4DE-85D7-416E-9AAE-7DF0E76E12E6}" type="presOf" srcId="{C422F873-FFCD-4018-9CDD-F3AAC91FA346}" destId="{C27D8960-2302-458D-927C-A5EC1ADC1156}" srcOrd="0" destOrd="0" presId="urn:microsoft.com/office/officeart/2008/layout/LinedList"/>
    <dgm:cxn modelId="{925DCDE4-EC35-4D3E-A1B2-A46F97EA53E8}" type="presOf" srcId="{9DE7401B-7F50-4F79-ACCE-282B24E60C23}" destId="{AA5AE6C3-2469-4EC6-806D-F2099982219A}" srcOrd="0" destOrd="0" presId="urn:microsoft.com/office/officeart/2008/layout/LinedList"/>
    <dgm:cxn modelId="{D9A7D1D4-825C-45B3-B8B5-4AFF5DAD353B}" type="presParOf" srcId="{3C42DEB9-DF91-4246-915D-D0EBF68F6440}" destId="{AE4309F4-FC8B-4EDE-9881-CC45C632D3D7}" srcOrd="0" destOrd="0" presId="urn:microsoft.com/office/officeart/2008/layout/LinedList"/>
    <dgm:cxn modelId="{A94F2CAC-6329-4790-AF0D-E7127DC2F455}" type="presParOf" srcId="{3C42DEB9-DF91-4246-915D-D0EBF68F6440}" destId="{188AA5FD-00DB-4689-B846-8ED4B8D022BC}" srcOrd="1" destOrd="0" presId="urn:microsoft.com/office/officeart/2008/layout/LinedList"/>
    <dgm:cxn modelId="{F38BE95E-0173-407B-AAAC-E848F8052939}" type="presParOf" srcId="{188AA5FD-00DB-4689-B846-8ED4B8D022BC}" destId="{B7CC2364-54BC-44DF-A30D-F0E500DD79A2}" srcOrd="0" destOrd="0" presId="urn:microsoft.com/office/officeart/2008/layout/LinedList"/>
    <dgm:cxn modelId="{6376B804-E9CE-4985-8F4F-C1AF73656CA4}" type="presParOf" srcId="{188AA5FD-00DB-4689-B846-8ED4B8D022BC}" destId="{876D97A0-77D8-4E8C-8E00-52EDED1734DF}" srcOrd="1" destOrd="0" presId="urn:microsoft.com/office/officeart/2008/layout/LinedList"/>
    <dgm:cxn modelId="{BEE606F6-E465-4ACB-8CF0-AF774827A6DB}" type="presParOf" srcId="{3C42DEB9-DF91-4246-915D-D0EBF68F6440}" destId="{F3AD38D7-970A-4439-98A6-1D66955067D1}" srcOrd="2" destOrd="0" presId="urn:microsoft.com/office/officeart/2008/layout/LinedList"/>
    <dgm:cxn modelId="{8711E9E9-D056-492B-9FAF-4BD20CB36B5B}" type="presParOf" srcId="{3C42DEB9-DF91-4246-915D-D0EBF68F6440}" destId="{43708723-5D9D-43BD-9244-8E2595880366}" srcOrd="3" destOrd="0" presId="urn:microsoft.com/office/officeart/2008/layout/LinedList"/>
    <dgm:cxn modelId="{B7BDCAD9-4939-4576-8D9D-1DDFD0BD911B}" type="presParOf" srcId="{43708723-5D9D-43BD-9244-8E2595880366}" destId="{AA5AE6C3-2469-4EC6-806D-F2099982219A}" srcOrd="0" destOrd="0" presId="urn:microsoft.com/office/officeart/2008/layout/LinedList"/>
    <dgm:cxn modelId="{E30922D4-7E0A-4BAF-B5C4-407A83103474}" type="presParOf" srcId="{43708723-5D9D-43BD-9244-8E2595880366}" destId="{B33D1412-A2D8-40AA-8AD7-5C47B3704C5D}" srcOrd="1" destOrd="0" presId="urn:microsoft.com/office/officeart/2008/layout/LinedList"/>
    <dgm:cxn modelId="{5D0BCD8C-04A4-4196-A269-095BFE2D4B0D}" type="presParOf" srcId="{3C42DEB9-DF91-4246-915D-D0EBF68F6440}" destId="{54DEA0CF-B4D0-4A13-BA2F-67B1B9188DEB}" srcOrd="4" destOrd="0" presId="urn:microsoft.com/office/officeart/2008/layout/LinedList"/>
    <dgm:cxn modelId="{592142AF-8E7C-4896-B980-51730425AA70}" type="presParOf" srcId="{3C42DEB9-DF91-4246-915D-D0EBF68F6440}" destId="{FB1D5DCD-5BD4-48C9-A497-AADB607B6812}" srcOrd="5" destOrd="0" presId="urn:microsoft.com/office/officeart/2008/layout/LinedList"/>
    <dgm:cxn modelId="{FB058817-C0E3-47B1-AB01-61F9A50F2352}" type="presParOf" srcId="{FB1D5DCD-5BD4-48C9-A497-AADB607B6812}" destId="{201CF773-0CF4-4831-A923-C20CE99E9202}" srcOrd="0" destOrd="0" presId="urn:microsoft.com/office/officeart/2008/layout/LinedList"/>
    <dgm:cxn modelId="{0D92C8F2-372F-4F5C-AAA0-344F2A403242}" type="presParOf" srcId="{FB1D5DCD-5BD4-48C9-A497-AADB607B6812}" destId="{DF24F6B6-EC48-42EC-BC64-3EFF00BA0A54}" srcOrd="1" destOrd="0" presId="urn:microsoft.com/office/officeart/2008/layout/LinedList"/>
    <dgm:cxn modelId="{814CD0DF-969A-448F-8AE8-BCBE28AC60E3}" type="presParOf" srcId="{3C42DEB9-DF91-4246-915D-D0EBF68F6440}" destId="{01254A02-D583-478E-8A31-255AECC257EE}" srcOrd="6" destOrd="0" presId="urn:microsoft.com/office/officeart/2008/layout/LinedList"/>
    <dgm:cxn modelId="{16700F1C-0C92-4E67-8AF3-4861541BC75E}" type="presParOf" srcId="{3C42DEB9-DF91-4246-915D-D0EBF68F6440}" destId="{B459108A-A20B-47B7-8F95-538820EF7730}" srcOrd="7" destOrd="0" presId="urn:microsoft.com/office/officeart/2008/layout/LinedList"/>
    <dgm:cxn modelId="{E4C63E0F-2728-45FB-9743-8427B5A12F49}" type="presParOf" srcId="{B459108A-A20B-47B7-8F95-538820EF7730}" destId="{520EF507-5FF2-436D-ADF0-184229431877}" srcOrd="0" destOrd="0" presId="urn:microsoft.com/office/officeart/2008/layout/LinedList"/>
    <dgm:cxn modelId="{8F2844BC-308E-4EE8-9F88-8FBBE6081BD8}" type="presParOf" srcId="{B459108A-A20B-47B7-8F95-538820EF7730}" destId="{FA972B51-AB46-471E-B77A-36614B4499A2}" srcOrd="1" destOrd="0" presId="urn:microsoft.com/office/officeart/2008/layout/LinedList"/>
    <dgm:cxn modelId="{7B2CD4BE-05E5-4E67-9D9B-ED220A41997B}" type="presParOf" srcId="{3C42DEB9-DF91-4246-915D-D0EBF68F6440}" destId="{9652A3E6-9D77-4EF8-811C-D53CF6F65D31}" srcOrd="8" destOrd="0" presId="urn:microsoft.com/office/officeart/2008/layout/LinedList"/>
    <dgm:cxn modelId="{7044FF68-8835-404D-BFD8-2CA5BE02FD6D}" type="presParOf" srcId="{3C42DEB9-DF91-4246-915D-D0EBF68F6440}" destId="{6699391A-22C8-4A08-912D-155ECA818E13}" srcOrd="9" destOrd="0" presId="urn:microsoft.com/office/officeart/2008/layout/LinedList"/>
    <dgm:cxn modelId="{9A93A856-1CBF-40DF-91FA-423C970ED4DF}" type="presParOf" srcId="{6699391A-22C8-4A08-912D-155ECA818E13}" destId="{C27D8960-2302-458D-927C-A5EC1ADC1156}" srcOrd="0" destOrd="0" presId="urn:microsoft.com/office/officeart/2008/layout/LinedList"/>
    <dgm:cxn modelId="{94EA29A2-12BC-4EF5-935A-6B28F839C912}" type="presParOf" srcId="{6699391A-22C8-4A08-912D-155ECA818E13}" destId="{84B80D29-B2E4-4CCD-B9DE-2BA3616478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4309F4-FC8B-4EDE-9881-CC45C632D3D7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CC2364-54BC-44DF-A30D-F0E500DD79A2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Mi az a Selenium?</a:t>
          </a:r>
        </a:p>
      </dsp:txBody>
      <dsp:txXfrm>
        <a:off x="0" y="562"/>
        <a:ext cx="6046132" cy="920948"/>
      </dsp:txXfrm>
    </dsp:sp>
    <dsp:sp modelId="{F3AD38D7-970A-4439-98A6-1D66955067D1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122719"/>
                <a:satOff val="9703"/>
                <a:lumOff val="-196"/>
                <a:alphaOff val="0"/>
                <a:tint val="96000"/>
                <a:lumMod val="104000"/>
              </a:schemeClr>
            </a:gs>
            <a:gs pos="100000">
              <a:schemeClr val="accent2">
                <a:hueOff val="-122719"/>
                <a:satOff val="9703"/>
                <a:lumOff val="-196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122719"/>
              <a:satOff val="9703"/>
              <a:lumOff val="-196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5AE6C3-2469-4EC6-806D-F2099982219A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Miért pont a Selenium?</a:t>
          </a:r>
        </a:p>
      </dsp:txBody>
      <dsp:txXfrm>
        <a:off x="0" y="921510"/>
        <a:ext cx="6046132" cy="920948"/>
      </dsp:txXfrm>
    </dsp:sp>
    <dsp:sp modelId="{54DEA0CF-B4D0-4A13-BA2F-67B1B9188DEB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245438"/>
                <a:satOff val="19406"/>
                <a:lumOff val="-392"/>
                <a:alphaOff val="0"/>
                <a:tint val="96000"/>
                <a:lumMod val="104000"/>
              </a:schemeClr>
            </a:gs>
            <a:gs pos="100000">
              <a:schemeClr val="accent2">
                <a:hueOff val="-245438"/>
                <a:satOff val="19406"/>
                <a:lumOff val="-392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245438"/>
              <a:satOff val="19406"/>
              <a:lumOff val="-392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1CF773-0CF4-4831-A923-C20CE99E9202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Előnyök</a:t>
          </a:r>
        </a:p>
      </dsp:txBody>
      <dsp:txXfrm>
        <a:off x="0" y="1842458"/>
        <a:ext cx="6046132" cy="920948"/>
      </dsp:txXfrm>
    </dsp:sp>
    <dsp:sp modelId="{01254A02-D583-478E-8A31-255AECC257EE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368156"/>
                <a:satOff val="29109"/>
                <a:lumOff val="-588"/>
                <a:alphaOff val="0"/>
                <a:tint val="96000"/>
                <a:lumMod val="104000"/>
              </a:schemeClr>
            </a:gs>
            <a:gs pos="100000">
              <a:schemeClr val="accent2">
                <a:hueOff val="-368156"/>
                <a:satOff val="29109"/>
                <a:lumOff val="-588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368156"/>
              <a:satOff val="29109"/>
              <a:lumOff val="-588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0EF507-5FF2-436D-ADF0-184229431877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Mikor érdemes használni?</a:t>
          </a:r>
        </a:p>
      </dsp:txBody>
      <dsp:txXfrm>
        <a:off x="0" y="2763407"/>
        <a:ext cx="6046132" cy="920948"/>
      </dsp:txXfrm>
    </dsp:sp>
    <dsp:sp modelId="{9652A3E6-9D77-4EF8-811C-D53CF6F65D31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accent2">
                <a:hueOff val="-490875"/>
                <a:satOff val="38812"/>
                <a:lumOff val="-784"/>
                <a:alphaOff val="0"/>
                <a:tint val="96000"/>
                <a:lumMod val="104000"/>
              </a:schemeClr>
            </a:gs>
            <a:gs pos="100000">
              <a:schemeClr val="accent2">
                <a:hueOff val="-490875"/>
                <a:satOff val="38812"/>
                <a:lumOff val="-784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-490875"/>
              <a:satOff val="38812"/>
              <a:lumOff val="-784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7D8960-2302-458D-927C-A5EC1ADC1156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Hogyan és miből épül fel?</a:t>
          </a:r>
        </a:p>
      </dsp:txBody>
      <dsp:txXfrm>
        <a:off x="0" y="3684355"/>
        <a:ext cx="6046132" cy="920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309418" y="609600"/>
            <a:ext cx="6223821" cy="3642851"/>
          </a:xfrm>
        </p:spPr>
        <p:txBody>
          <a:bodyPr>
            <a:normAutofit/>
          </a:bodyPr>
          <a:lstStyle/>
          <a:p>
            <a:r>
              <a:rPr lang="hu-HU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Selenium</a:t>
            </a:r>
            <a:br>
              <a:rPr lang="hu-HU" dirty="0">
                <a:effectLst>
                  <a:glow rad="38100">
                    <a:prstClr val="black">
                      <a:lumMod val="65000"/>
                      <a:lumOff val="35000"/>
                      <a:alpha val="50000"/>
                    </a:prst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</a:br>
            <a:endParaRPr lang="hu-HU" dirty="0" err="1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5309417" y="4365523"/>
            <a:ext cx="6223821" cy="1793053"/>
          </a:xfrm>
        </p:spPr>
        <p:txBody>
          <a:bodyPr>
            <a:normAutofit/>
          </a:bodyPr>
          <a:lstStyle/>
          <a:p>
            <a:endParaRPr lang="hu-HU" dirty="0"/>
          </a:p>
        </p:txBody>
      </p:sp>
      <p:pic>
        <p:nvPicPr>
          <p:cNvPr id="4" name="Picture 4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F7768CF7-6E4A-423A-BA4F-E0E57B04A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1488504"/>
            <a:ext cx="4001315" cy="3871892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690635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6C0DF-9CBF-4F04-8C80-DFB1BDC5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en-US" sz="40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Tartalom</a:t>
            </a:r>
            <a:endParaRPr lang="en-US" sz="4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6070D1-E95F-431D-BA2C-593173FDB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8745289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8266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55E272-B47E-4A6F-AD4B-B5E22E066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Mi </a:t>
            </a:r>
            <a:r>
              <a:rPr lang="en-US" dirty="0" err="1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az</a:t>
            </a:r>
            <a:r>
              <a:rPr lang="en-US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 a Selenium?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551D2-E1EB-4747-B6B6-FC6224427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Segítségével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webes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alkalmazásokat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tudunk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tesztelni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több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platformon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böngészőn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külömböző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programnyelveken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623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90F3EE-0CD1-4520-B020-4E1DF314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9EFDE1E9-7FE0-45CA-9DE2-237F77319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2270840"/>
          </a:xfrm>
          <a:custGeom>
            <a:avLst/>
            <a:gdLst>
              <a:gd name="connsiteX0" fmla="*/ 0 w 12192000"/>
              <a:gd name="connsiteY0" fmla="*/ 0 h 2270840"/>
              <a:gd name="connsiteX1" fmla="*/ 12192000 w 12192000"/>
              <a:gd name="connsiteY1" fmla="*/ 0 h 2270840"/>
              <a:gd name="connsiteX2" fmla="*/ 12192000 w 12192000"/>
              <a:gd name="connsiteY2" fmla="*/ 519831 h 2270840"/>
              <a:gd name="connsiteX3" fmla="*/ 12192000 w 12192000"/>
              <a:gd name="connsiteY3" fmla="*/ 744794 h 2270840"/>
              <a:gd name="connsiteX4" fmla="*/ 12192000 w 12192000"/>
              <a:gd name="connsiteY4" fmla="*/ 1754022 h 2270840"/>
              <a:gd name="connsiteX5" fmla="*/ 11957522 w 12192000"/>
              <a:gd name="connsiteY5" fmla="*/ 1797924 h 2270840"/>
              <a:gd name="connsiteX6" fmla="*/ 11679973 w 12192000"/>
              <a:gd name="connsiteY6" fmla="*/ 1847668 h 2270840"/>
              <a:gd name="connsiteX7" fmla="*/ 11401197 w 12192000"/>
              <a:gd name="connsiteY7" fmla="*/ 1896361 h 2270840"/>
              <a:gd name="connsiteX8" fmla="*/ 11121192 w 12192000"/>
              <a:gd name="connsiteY8" fmla="*/ 1938047 h 2270840"/>
              <a:gd name="connsiteX9" fmla="*/ 10842416 w 12192000"/>
              <a:gd name="connsiteY9" fmla="*/ 1980084 h 2270840"/>
              <a:gd name="connsiteX10" fmla="*/ 10562411 w 12192000"/>
              <a:gd name="connsiteY10" fmla="*/ 2019319 h 2270840"/>
              <a:gd name="connsiteX11" fmla="*/ 10286091 w 12192000"/>
              <a:gd name="connsiteY11" fmla="*/ 2052948 h 2270840"/>
              <a:gd name="connsiteX12" fmla="*/ 10006086 w 12192000"/>
              <a:gd name="connsiteY12" fmla="*/ 2084826 h 2270840"/>
              <a:gd name="connsiteX13" fmla="*/ 9727310 w 12192000"/>
              <a:gd name="connsiteY13" fmla="*/ 2113902 h 2270840"/>
              <a:gd name="connsiteX14" fmla="*/ 9453445 w 12192000"/>
              <a:gd name="connsiteY14" fmla="*/ 2139124 h 2270840"/>
              <a:gd name="connsiteX15" fmla="*/ 9175897 w 12192000"/>
              <a:gd name="connsiteY15" fmla="*/ 2164346 h 2270840"/>
              <a:gd name="connsiteX16" fmla="*/ 8902033 w 12192000"/>
              <a:gd name="connsiteY16" fmla="*/ 2185365 h 2270840"/>
              <a:gd name="connsiteX17" fmla="*/ 8628169 w 12192000"/>
              <a:gd name="connsiteY17" fmla="*/ 2201829 h 2270840"/>
              <a:gd name="connsiteX18" fmla="*/ 8355533 w 12192000"/>
              <a:gd name="connsiteY18" fmla="*/ 2218995 h 2270840"/>
              <a:gd name="connsiteX19" fmla="*/ 8085353 w 12192000"/>
              <a:gd name="connsiteY19" fmla="*/ 2233357 h 2270840"/>
              <a:gd name="connsiteX20" fmla="*/ 7817629 w 12192000"/>
              <a:gd name="connsiteY20" fmla="*/ 2243516 h 2270840"/>
              <a:gd name="connsiteX21" fmla="*/ 7549905 w 12192000"/>
              <a:gd name="connsiteY21" fmla="*/ 2252274 h 2270840"/>
              <a:gd name="connsiteX22" fmla="*/ 7284638 w 12192000"/>
              <a:gd name="connsiteY22" fmla="*/ 2260681 h 2270840"/>
              <a:gd name="connsiteX23" fmla="*/ 7023055 w 12192000"/>
              <a:gd name="connsiteY23" fmla="*/ 2264535 h 2270840"/>
              <a:gd name="connsiteX24" fmla="*/ 6761472 w 12192000"/>
              <a:gd name="connsiteY24" fmla="*/ 2268738 h 2270840"/>
              <a:gd name="connsiteX25" fmla="*/ 6503573 w 12192000"/>
              <a:gd name="connsiteY25" fmla="*/ 2270840 h 2270840"/>
              <a:gd name="connsiteX26" fmla="*/ 6248130 w 12192000"/>
              <a:gd name="connsiteY26" fmla="*/ 2268738 h 2270840"/>
              <a:gd name="connsiteX27" fmla="*/ 5995144 w 12192000"/>
              <a:gd name="connsiteY27" fmla="*/ 2268738 h 2270840"/>
              <a:gd name="connsiteX28" fmla="*/ 5744613 w 12192000"/>
              <a:gd name="connsiteY28" fmla="*/ 2264535 h 2270840"/>
              <a:gd name="connsiteX29" fmla="*/ 5498995 w 12192000"/>
              <a:gd name="connsiteY29" fmla="*/ 2258229 h 2270840"/>
              <a:gd name="connsiteX30" fmla="*/ 5255834 w 12192000"/>
              <a:gd name="connsiteY30" fmla="*/ 2252274 h 2270840"/>
              <a:gd name="connsiteX31" fmla="*/ 5017584 w 12192000"/>
              <a:gd name="connsiteY31" fmla="*/ 2245618 h 2270840"/>
              <a:gd name="connsiteX32" fmla="*/ 4780562 w 12192000"/>
              <a:gd name="connsiteY32" fmla="*/ 2235459 h 2270840"/>
              <a:gd name="connsiteX33" fmla="*/ 4547227 w 12192000"/>
              <a:gd name="connsiteY33" fmla="*/ 2224599 h 2270840"/>
              <a:gd name="connsiteX34" fmla="*/ 4318800 w 12192000"/>
              <a:gd name="connsiteY34" fmla="*/ 2214791 h 2270840"/>
              <a:gd name="connsiteX35" fmla="*/ 3873004 w 12192000"/>
              <a:gd name="connsiteY35" fmla="*/ 2187116 h 2270840"/>
              <a:gd name="connsiteX36" fmla="*/ 3445628 w 12192000"/>
              <a:gd name="connsiteY36" fmla="*/ 2157691 h 2270840"/>
              <a:gd name="connsiteX37" fmla="*/ 3035446 w 12192000"/>
              <a:gd name="connsiteY37" fmla="*/ 2126863 h 2270840"/>
              <a:gd name="connsiteX38" fmla="*/ 2647370 w 12192000"/>
              <a:gd name="connsiteY38" fmla="*/ 2092884 h 2270840"/>
              <a:gd name="connsiteX39" fmla="*/ 2276487 w 12192000"/>
              <a:gd name="connsiteY39" fmla="*/ 2057502 h 2270840"/>
              <a:gd name="connsiteX40" fmla="*/ 1932621 w 12192000"/>
              <a:gd name="connsiteY40" fmla="*/ 2019319 h 2270840"/>
              <a:gd name="connsiteX41" fmla="*/ 1609634 w 12192000"/>
              <a:gd name="connsiteY41" fmla="*/ 1981836 h 2270840"/>
              <a:gd name="connsiteX42" fmla="*/ 1312435 w 12192000"/>
              <a:gd name="connsiteY42" fmla="*/ 1944353 h 2270840"/>
              <a:gd name="connsiteX43" fmla="*/ 1039799 w 12192000"/>
              <a:gd name="connsiteY43" fmla="*/ 1908972 h 2270840"/>
              <a:gd name="connsiteX44" fmla="*/ 797865 w 12192000"/>
              <a:gd name="connsiteY44" fmla="*/ 1875342 h 2270840"/>
              <a:gd name="connsiteX45" fmla="*/ 579265 w 12192000"/>
              <a:gd name="connsiteY45" fmla="*/ 1843464 h 2270840"/>
              <a:gd name="connsiteX46" fmla="*/ 395052 w 12192000"/>
              <a:gd name="connsiteY46" fmla="*/ 1816841 h 2270840"/>
              <a:gd name="connsiteX47" fmla="*/ 240312 w 12192000"/>
              <a:gd name="connsiteY47" fmla="*/ 1791618 h 2270840"/>
              <a:gd name="connsiteX48" fmla="*/ 27853 w 12192000"/>
              <a:gd name="connsiteY48" fmla="*/ 1755537 h 2270840"/>
              <a:gd name="connsiteX49" fmla="*/ 0 w 12192000"/>
              <a:gd name="connsiteY49" fmla="*/ 1750824 h 2270840"/>
              <a:gd name="connsiteX50" fmla="*/ 0 w 12192000"/>
              <a:gd name="connsiteY50" fmla="*/ 744794 h 2270840"/>
              <a:gd name="connsiteX51" fmla="*/ 0 w 12192000"/>
              <a:gd name="connsiteY51" fmla="*/ 519831 h 227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270840">
                <a:moveTo>
                  <a:pt x="0" y="0"/>
                </a:moveTo>
                <a:lnTo>
                  <a:pt x="12192000" y="0"/>
                </a:lnTo>
                <a:lnTo>
                  <a:pt x="12192000" y="519831"/>
                </a:lnTo>
                <a:lnTo>
                  <a:pt x="12192000" y="744794"/>
                </a:lnTo>
                <a:lnTo>
                  <a:pt x="12192000" y="1754022"/>
                </a:lnTo>
                <a:lnTo>
                  <a:pt x="11957522" y="1797924"/>
                </a:lnTo>
                <a:lnTo>
                  <a:pt x="11679973" y="1847668"/>
                </a:lnTo>
                <a:lnTo>
                  <a:pt x="11401197" y="1896361"/>
                </a:lnTo>
                <a:lnTo>
                  <a:pt x="11121192" y="1938047"/>
                </a:lnTo>
                <a:lnTo>
                  <a:pt x="10842416" y="1980084"/>
                </a:lnTo>
                <a:lnTo>
                  <a:pt x="10562411" y="2019319"/>
                </a:lnTo>
                <a:lnTo>
                  <a:pt x="10286091" y="2052948"/>
                </a:lnTo>
                <a:lnTo>
                  <a:pt x="10006086" y="2084826"/>
                </a:lnTo>
                <a:lnTo>
                  <a:pt x="9727310" y="2113902"/>
                </a:lnTo>
                <a:lnTo>
                  <a:pt x="9453445" y="2139124"/>
                </a:lnTo>
                <a:lnTo>
                  <a:pt x="9175897" y="2164346"/>
                </a:lnTo>
                <a:lnTo>
                  <a:pt x="8902033" y="2185365"/>
                </a:lnTo>
                <a:lnTo>
                  <a:pt x="8628169" y="2201829"/>
                </a:lnTo>
                <a:lnTo>
                  <a:pt x="8355533" y="2218995"/>
                </a:lnTo>
                <a:lnTo>
                  <a:pt x="8085353" y="2233357"/>
                </a:lnTo>
                <a:lnTo>
                  <a:pt x="7817629" y="2243516"/>
                </a:lnTo>
                <a:lnTo>
                  <a:pt x="7549905" y="2252274"/>
                </a:lnTo>
                <a:lnTo>
                  <a:pt x="7284638" y="2260681"/>
                </a:lnTo>
                <a:lnTo>
                  <a:pt x="7023055" y="2264535"/>
                </a:lnTo>
                <a:lnTo>
                  <a:pt x="6761472" y="2268738"/>
                </a:lnTo>
                <a:lnTo>
                  <a:pt x="6503573" y="2270840"/>
                </a:lnTo>
                <a:lnTo>
                  <a:pt x="6248130" y="2268738"/>
                </a:lnTo>
                <a:lnTo>
                  <a:pt x="5995144" y="2268738"/>
                </a:lnTo>
                <a:lnTo>
                  <a:pt x="5744613" y="2264535"/>
                </a:lnTo>
                <a:lnTo>
                  <a:pt x="5498995" y="2258229"/>
                </a:lnTo>
                <a:lnTo>
                  <a:pt x="5255834" y="2252274"/>
                </a:lnTo>
                <a:lnTo>
                  <a:pt x="5017584" y="2245618"/>
                </a:lnTo>
                <a:lnTo>
                  <a:pt x="4780562" y="2235459"/>
                </a:lnTo>
                <a:lnTo>
                  <a:pt x="4547227" y="2224599"/>
                </a:lnTo>
                <a:lnTo>
                  <a:pt x="4318800" y="2214791"/>
                </a:lnTo>
                <a:lnTo>
                  <a:pt x="3873004" y="2187116"/>
                </a:lnTo>
                <a:lnTo>
                  <a:pt x="3445628" y="2157691"/>
                </a:lnTo>
                <a:lnTo>
                  <a:pt x="3035446" y="2126863"/>
                </a:lnTo>
                <a:lnTo>
                  <a:pt x="2647370" y="2092884"/>
                </a:lnTo>
                <a:lnTo>
                  <a:pt x="2276487" y="2057502"/>
                </a:lnTo>
                <a:lnTo>
                  <a:pt x="1932621" y="2019319"/>
                </a:lnTo>
                <a:lnTo>
                  <a:pt x="1609634" y="1981836"/>
                </a:lnTo>
                <a:lnTo>
                  <a:pt x="1312435" y="1944353"/>
                </a:lnTo>
                <a:lnTo>
                  <a:pt x="1039799" y="1908972"/>
                </a:lnTo>
                <a:lnTo>
                  <a:pt x="797865" y="1875342"/>
                </a:lnTo>
                <a:lnTo>
                  <a:pt x="579265" y="1843464"/>
                </a:lnTo>
                <a:lnTo>
                  <a:pt x="395052" y="1816841"/>
                </a:lnTo>
                <a:lnTo>
                  <a:pt x="240312" y="1791618"/>
                </a:lnTo>
                <a:lnTo>
                  <a:pt x="27853" y="1755537"/>
                </a:lnTo>
                <a:lnTo>
                  <a:pt x="0" y="1750824"/>
                </a:lnTo>
                <a:lnTo>
                  <a:pt x="0" y="744794"/>
                </a:lnTo>
                <a:lnTo>
                  <a:pt x="0" y="519831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8779C-87EA-40C7-A247-AF91BF99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173480"/>
          </a:xfrm>
        </p:spPr>
        <p:txBody>
          <a:bodyPr>
            <a:normAutofit/>
          </a:bodyPr>
          <a:lstStyle/>
          <a:p>
            <a:pPr algn="ctr"/>
            <a:r>
              <a:rPr lang="en-US" dirty="0" err="1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Miért</a:t>
            </a:r>
            <a:r>
              <a:rPr lang="en-US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pont</a:t>
            </a:r>
            <a:r>
              <a:rPr lang="en-US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 a selenium?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527C0-36BC-40CF-932B-07283496F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9905998" cy="3124201"/>
          </a:xfrm>
        </p:spPr>
        <p:txBody>
          <a:bodyPr>
            <a:normAutofit/>
          </a:bodyPr>
          <a:lstStyle/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Selemium</a:t>
            </a:r>
            <a:r>
              <a:rPr lang="en-US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egy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Firefox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bővítmény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amely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Black Box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jellegű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felületi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tesztek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készítésére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ad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lehetőséget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.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Ez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annyit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jelent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hogy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az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alkalmazás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egészét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teszteljük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anélkül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hogy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ismernénk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annak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belső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működését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. A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tesztesetek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felvétele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 </a:t>
            </a:r>
            <a:r>
              <a:rPr lang="en-US" b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Selenium IDE Firefox plugin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 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segítségével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történik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amely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automatikusan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rögzíti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böngészőben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végrehajtott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műveleteket</a:t>
            </a: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92FD-3EBA-4FC1-828C-6D2E976D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Előnyök: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693F9-3739-4C0E-AC99-228512F6A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Az autómata tesztek bevezetésének jó néhány előnye van:</a:t>
            </a:r>
          </a:p>
          <a:p>
            <a:pPr lvl="1"/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Lehetőség van a tesztesetek ismételt visszajátszására</a:t>
            </a: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/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teszteseteket párhuzamosan hajthatjuk végre</a:t>
            </a: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/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Felügyelet nélkül is futtathatjuk a teszteket</a:t>
            </a:r>
          </a:p>
          <a:p>
            <a:pPr lvl="1"/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Növeli a pontosságot és nagymértékben csökkenti az emberek által generált hibákat</a:t>
            </a: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lvl="1"/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Időt és pénzt takaríthatunk meg</a:t>
            </a: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5646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F747-F358-4E4E-A5C9-D84DAAB0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NÉHÁNY KÉRDÉS FELMERÜLHET AMIKOR AUTOMATIZÁLNI SZERETNÉM A TESZTESETEIMET:</a:t>
            </a:r>
          </a:p>
          <a:p>
            <a:endParaRPr lang="en-US" dirty="0"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42DE6-A5FC-4E1F-AD95-8ABDAE30A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1412" y="2614612"/>
            <a:ext cx="4876800" cy="2547937"/>
          </a:xfrm>
        </p:spPr>
        <p:txBody>
          <a:bodyPr/>
          <a:lstStyle/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Mi a legjobb eszköz erre?</a:t>
            </a:r>
          </a:p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Milyen költségekkel jár?</a:t>
            </a:r>
          </a:p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Mennyire könnyű alkalmazni?</a:t>
            </a:r>
          </a:p>
          <a:p>
            <a:endParaRPr lang="en-US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CC66B-8CE5-4256-9641-50D81B7D2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412" y="2614612"/>
            <a:ext cx="4876801" cy="254793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Könnyen használható</a:t>
            </a:r>
          </a:p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Ingyenes (Open source)</a:t>
            </a:r>
          </a:p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Nagy felhasználói adatbázissal és segítő közösséggel rendelkezik</a:t>
            </a:r>
          </a:p>
          <a:p>
            <a:r>
              <a:rPr lang="en-US" sz="2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Több programozói nyelvet támogat</a:t>
            </a:r>
            <a:endParaRPr lang="en-US" sz="28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0114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00DA2F2-A105-4C8A-9115-73802E6FC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B5CBDF-A2C6-4862-A096-2D7D9D287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20000"/>
                </a:schemeClr>
              </a:gs>
              <a:gs pos="70000">
                <a:schemeClr val="bg2">
                  <a:alpha val="10000"/>
                </a:schemeClr>
              </a:gs>
              <a:gs pos="0">
                <a:schemeClr val="bg2">
                  <a:lumMod val="40000"/>
                  <a:lumOff val="60000"/>
                  <a:alpha val="3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Freeform: Shape 21">
            <a:extLst>
              <a:ext uri="{FF2B5EF4-FFF2-40B4-BE49-F238E27FC236}">
                <a16:creationId xmlns:a16="http://schemas.microsoft.com/office/drawing/2014/main" id="{14C7473D-9E4B-4DB8-9EB0-359033F37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6873046" cy="6858002"/>
          </a:xfrm>
          <a:custGeom>
            <a:avLst/>
            <a:gdLst>
              <a:gd name="connsiteX0" fmla="*/ 6621081 w 6873046"/>
              <a:gd name="connsiteY0" fmla="*/ 6858002 h 6858002"/>
              <a:gd name="connsiteX1" fmla="*/ 4347889 w 6873046"/>
              <a:gd name="connsiteY1" fmla="*/ 6858002 h 6858002"/>
              <a:gd name="connsiteX2" fmla="*/ 2008047 w 6873046"/>
              <a:gd name="connsiteY2" fmla="*/ 6858002 h 6858002"/>
              <a:gd name="connsiteX3" fmla="*/ 784557 w 6873046"/>
              <a:gd name="connsiteY3" fmla="*/ 6858002 h 6858002"/>
              <a:gd name="connsiteX4" fmla="*/ 784557 w 6873046"/>
              <a:gd name="connsiteY4" fmla="*/ 6858000 h 6858002"/>
              <a:gd name="connsiteX5" fmla="*/ 0 w 6873046"/>
              <a:gd name="connsiteY5" fmla="*/ 6858000 h 6858002"/>
              <a:gd name="connsiteX6" fmla="*/ 0 w 6873046"/>
              <a:gd name="connsiteY6" fmla="*/ 0 h 6858002"/>
              <a:gd name="connsiteX7" fmla="*/ 784557 w 6873046"/>
              <a:gd name="connsiteY7" fmla="*/ 0 h 6858002"/>
              <a:gd name="connsiteX8" fmla="*/ 3070301 w 6873046"/>
              <a:gd name="connsiteY8" fmla="*/ 0 h 6858002"/>
              <a:gd name="connsiteX9" fmla="*/ 4347889 w 6873046"/>
              <a:gd name="connsiteY9" fmla="*/ 0 h 6858002"/>
              <a:gd name="connsiteX10" fmla="*/ 4347889 w 6873046"/>
              <a:gd name="connsiteY10" fmla="*/ 3 h 6858002"/>
              <a:gd name="connsiteX11" fmla="*/ 6626656 w 6873046"/>
              <a:gd name="connsiteY11" fmla="*/ 3 h 6858002"/>
              <a:gd name="connsiteX12" fmla="*/ 6626656 w 6873046"/>
              <a:gd name="connsiteY12" fmla="*/ 4 h 6858002"/>
              <a:gd name="connsiteX13" fmla="*/ 6619903 w 6873046"/>
              <a:gd name="connsiteY13" fmla="*/ 4 h 6858002"/>
              <a:gd name="connsiteX14" fmla="*/ 6625786 w 6873046"/>
              <a:gd name="connsiteY14" fmla="*/ 40466 h 6858002"/>
              <a:gd name="connsiteX15" fmla="*/ 6643100 w 6873046"/>
              <a:gd name="connsiteY15" fmla="*/ 159110 h 6858002"/>
              <a:gd name="connsiteX16" fmla="*/ 6655202 w 6873046"/>
              <a:gd name="connsiteY16" fmla="*/ 245521 h 6858002"/>
              <a:gd name="connsiteX17" fmla="*/ 6667977 w 6873046"/>
              <a:gd name="connsiteY17" fmla="*/ 348391 h 6858002"/>
              <a:gd name="connsiteX18" fmla="*/ 6683273 w 6873046"/>
              <a:gd name="connsiteY18" fmla="*/ 470463 h 6858002"/>
              <a:gd name="connsiteX19" fmla="*/ 6699410 w 6873046"/>
              <a:gd name="connsiteY19" fmla="*/ 605566 h 6858002"/>
              <a:gd name="connsiteX20" fmla="*/ 6716387 w 6873046"/>
              <a:gd name="connsiteY20" fmla="*/ 757813 h 6858002"/>
              <a:gd name="connsiteX21" fmla="*/ 6734372 w 6873046"/>
              <a:gd name="connsiteY21" fmla="*/ 923777 h 6858002"/>
              <a:gd name="connsiteX22" fmla="*/ 6752358 w 6873046"/>
              <a:gd name="connsiteY22" fmla="*/ 1104142 h 6858002"/>
              <a:gd name="connsiteX23" fmla="*/ 6770679 w 6873046"/>
              <a:gd name="connsiteY23" fmla="*/ 1296166 h 6858002"/>
              <a:gd name="connsiteX24" fmla="*/ 6787656 w 6873046"/>
              <a:gd name="connsiteY24" fmla="*/ 1503278 h 6858002"/>
              <a:gd name="connsiteX25" fmla="*/ 6803961 w 6873046"/>
              <a:gd name="connsiteY25" fmla="*/ 1719991 h 6858002"/>
              <a:gd name="connsiteX26" fmla="*/ 6818753 w 6873046"/>
              <a:gd name="connsiteY26" fmla="*/ 1949048 h 6858002"/>
              <a:gd name="connsiteX27" fmla="*/ 6832872 w 6873046"/>
              <a:gd name="connsiteY27" fmla="*/ 2187706 h 6858002"/>
              <a:gd name="connsiteX28" fmla="*/ 6846152 w 6873046"/>
              <a:gd name="connsiteY28" fmla="*/ 2436652 h 6858002"/>
              <a:gd name="connsiteX29" fmla="*/ 6850858 w 6873046"/>
              <a:gd name="connsiteY29" fmla="*/ 2564211 h 6858002"/>
              <a:gd name="connsiteX30" fmla="*/ 6856069 w 6873046"/>
              <a:gd name="connsiteY30" fmla="*/ 2694512 h 6858002"/>
              <a:gd name="connsiteX31" fmla="*/ 6860943 w 6873046"/>
              <a:gd name="connsiteY31" fmla="*/ 2826871 h 6858002"/>
              <a:gd name="connsiteX32" fmla="*/ 6864137 w 6873046"/>
              <a:gd name="connsiteY32" fmla="*/ 2959917 h 6858002"/>
              <a:gd name="connsiteX33" fmla="*/ 6866995 w 6873046"/>
              <a:gd name="connsiteY33" fmla="*/ 3095705 h 6858002"/>
              <a:gd name="connsiteX34" fmla="*/ 6870020 w 6873046"/>
              <a:gd name="connsiteY34" fmla="*/ 3232865 h 6858002"/>
              <a:gd name="connsiteX35" fmla="*/ 6872037 w 6873046"/>
              <a:gd name="connsiteY35" fmla="*/ 3372768 h 6858002"/>
              <a:gd name="connsiteX36" fmla="*/ 6872037 w 6873046"/>
              <a:gd name="connsiteY36" fmla="*/ 3514043 h 6858002"/>
              <a:gd name="connsiteX37" fmla="*/ 6873046 w 6873046"/>
              <a:gd name="connsiteY37" fmla="*/ 3656689 h 6858002"/>
              <a:gd name="connsiteX38" fmla="*/ 6872037 w 6873046"/>
              <a:gd name="connsiteY38" fmla="*/ 3800707 h 6858002"/>
              <a:gd name="connsiteX39" fmla="*/ 6870020 w 6873046"/>
              <a:gd name="connsiteY39" fmla="*/ 3946783 h 6858002"/>
              <a:gd name="connsiteX40" fmla="*/ 6868171 w 6873046"/>
              <a:gd name="connsiteY40" fmla="*/ 4092858 h 6858002"/>
              <a:gd name="connsiteX41" fmla="*/ 6864137 w 6873046"/>
              <a:gd name="connsiteY41" fmla="*/ 4240991 h 6858002"/>
              <a:gd name="connsiteX42" fmla="*/ 6859935 w 6873046"/>
              <a:gd name="connsiteY42" fmla="*/ 4390495 h 6858002"/>
              <a:gd name="connsiteX43" fmla="*/ 6855060 w 6873046"/>
              <a:gd name="connsiteY43" fmla="*/ 4540000 h 6858002"/>
              <a:gd name="connsiteX44" fmla="*/ 6848169 w 6873046"/>
              <a:gd name="connsiteY44" fmla="*/ 4690876 h 6858002"/>
              <a:gd name="connsiteX45" fmla="*/ 6839932 w 6873046"/>
              <a:gd name="connsiteY45" fmla="*/ 4843123 h 6858002"/>
              <a:gd name="connsiteX46" fmla="*/ 6832032 w 6873046"/>
              <a:gd name="connsiteY46" fmla="*/ 4996057 h 6858002"/>
              <a:gd name="connsiteX47" fmla="*/ 6821947 w 6873046"/>
              <a:gd name="connsiteY47" fmla="*/ 5148990 h 6858002"/>
              <a:gd name="connsiteX48" fmla="*/ 6809844 w 6873046"/>
              <a:gd name="connsiteY48" fmla="*/ 5303981 h 6858002"/>
              <a:gd name="connsiteX49" fmla="*/ 6797742 w 6873046"/>
              <a:gd name="connsiteY49" fmla="*/ 5456914 h 6858002"/>
              <a:gd name="connsiteX50" fmla="*/ 6783790 w 6873046"/>
              <a:gd name="connsiteY50" fmla="*/ 5612591 h 6858002"/>
              <a:gd name="connsiteX51" fmla="*/ 6768494 w 6873046"/>
              <a:gd name="connsiteY51" fmla="*/ 5768953 h 6858002"/>
              <a:gd name="connsiteX52" fmla="*/ 6752358 w 6873046"/>
              <a:gd name="connsiteY52" fmla="*/ 5923258 h 6858002"/>
              <a:gd name="connsiteX53" fmla="*/ 6733532 w 6873046"/>
              <a:gd name="connsiteY53" fmla="*/ 6079621 h 6858002"/>
              <a:gd name="connsiteX54" fmla="*/ 6713361 w 6873046"/>
              <a:gd name="connsiteY54" fmla="*/ 6235297 h 6858002"/>
              <a:gd name="connsiteX55" fmla="*/ 6693358 w 6873046"/>
              <a:gd name="connsiteY55" fmla="*/ 6391660 h 6858002"/>
              <a:gd name="connsiteX56" fmla="*/ 6669994 w 6873046"/>
              <a:gd name="connsiteY56" fmla="*/ 6547336 h 6858002"/>
              <a:gd name="connsiteX57" fmla="*/ 6646125 w 6873046"/>
              <a:gd name="connsiteY57" fmla="*/ 6702327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6873046" h="6858002">
                <a:moveTo>
                  <a:pt x="6621081" y="6858002"/>
                </a:moveTo>
                <a:lnTo>
                  <a:pt x="4347889" y="6858002"/>
                </a:lnTo>
                <a:lnTo>
                  <a:pt x="2008047" y="6858002"/>
                </a:lnTo>
                <a:lnTo>
                  <a:pt x="784557" y="6858002"/>
                </a:lnTo>
                <a:lnTo>
                  <a:pt x="784557" y="6858000"/>
                </a:lnTo>
                <a:lnTo>
                  <a:pt x="0" y="6858000"/>
                </a:lnTo>
                <a:lnTo>
                  <a:pt x="0" y="0"/>
                </a:lnTo>
                <a:lnTo>
                  <a:pt x="784557" y="0"/>
                </a:lnTo>
                <a:lnTo>
                  <a:pt x="3070301" y="0"/>
                </a:lnTo>
                <a:lnTo>
                  <a:pt x="4347889" y="0"/>
                </a:lnTo>
                <a:lnTo>
                  <a:pt x="4347889" y="3"/>
                </a:lnTo>
                <a:lnTo>
                  <a:pt x="6626656" y="3"/>
                </a:lnTo>
                <a:lnTo>
                  <a:pt x="6626656" y="4"/>
                </a:lnTo>
                <a:lnTo>
                  <a:pt x="6619903" y="4"/>
                </a:lnTo>
                <a:lnTo>
                  <a:pt x="6625786" y="40466"/>
                </a:lnTo>
                <a:lnTo>
                  <a:pt x="6643100" y="159110"/>
                </a:lnTo>
                <a:lnTo>
                  <a:pt x="6655202" y="245521"/>
                </a:lnTo>
                <a:lnTo>
                  <a:pt x="6667977" y="348391"/>
                </a:lnTo>
                <a:lnTo>
                  <a:pt x="6683273" y="470463"/>
                </a:lnTo>
                <a:lnTo>
                  <a:pt x="6699410" y="605566"/>
                </a:lnTo>
                <a:lnTo>
                  <a:pt x="6716387" y="757813"/>
                </a:lnTo>
                <a:lnTo>
                  <a:pt x="6734372" y="923777"/>
                </a:lnTo>
                <a:lnTo>
                  <a:pt x="6752358" y="1104142"/>
                </a:lnTo>
                <a:lnTo>
                  <a:pt x="6770679" y="1296166"/>
                </a:lnTo>
                <a:lnTo>
                  <a:pt x="6787656" y="1503278"/>
                </a:lnTo>
                <a:lnTo>
                  <a:pt x="6803961" y="1719991"/>
                </a:lnTo>
                <a:lnTo>
                  <a:pt x="6818753" y="1949048"/>
                </a:lnTo>
                <a:lnTo>
                  <a:pt x="6832872" y="2187706"/>
                </a:lnTo>
                <a:lnTo>
                  <a:pt x="6846152" y="2436652"/>
                </a:lnTo>
                <a:lnTo>
                  <a:pt x="6850858" y="2564211"/>
                </a:lnTo>
                <a:lnTo>
                  <a:pt x="6856069" y="2694512"/>
                </a:lnTo>
                <a:lnTo>
                  <a:pt x="6860943" y="2826871"/>
                </a:lnTo>
                <a:lnTo>
                  <a:pt x="6864137" y="2959917"/>
                </a:lnTo>
                <a:lnTo>
                  <a:pt x="6866995" y="3095705"/>
                </a:lnTo>
                <a:lnTo>
                  <a:pt x="6870020" y="3232865"/>
                </a:lnTo>
                <a:lnTo>
                  <a:pt x="6872037" y="3372768"/>
                </a:lnTo>
                <a:lnTo>
                  <a:pt x="6872037" y="3514043"/>
                </a:lnTo>
                <a:lnTo>
                  <a:pt x="6873046" y="3656689"/>
                </a:lnTo>
                <a:lnTo>
                  <a:pt x="6872037" y="3800707"/>
                </a:lnTo>
                <a:lnTo>
                  <a:pt x="6870020" y="3946783"/>
                </a:lnTo>
                <a:lnTo>
                  <a:pt x="6868171" y="4092858"/>
                </a:lnTo>
                <a:lnTo>
                  <a:pt x="6864137" y="4240991"/>
                </a:lnTo>
                <a:lnTo>
                  <a:pt x="6859935" y="4390495"/>
                </a:lnTo>
                <a:lnTo>
                  <a:pt x="6855060" y="4540000"/>
                </a:lnTo>
                <a:lnTo>
                  <a:pt x="6848169" y="4690876"/>
                </a:lnTo>
                <a:lnTo>
                  <a:pt x="6839932" y="4843123"/>
                </a:lnTo>
                <a:lnTo>
                  <a:pt x="6832032" y="4996057"/>
                </a:lnTo>
                <a:lnTo>
                  <a:pt x="6821947" y="5148990"/>
                </a:lnTo>
                <a:lnTo>
                  <a:pt x="6809844" y="5303981"/>
                </a:lnTo>
                <a:lnTo>
                  <a:pt x="6797742" y="5456914"/>
                </a:lnTo>
                <a:lnTo>
                  <a:pt x="6783790" y="5612591"/>
                </a:lnTo>
                <a:lnTo>
                  <a:pt x="6768494" y="5768953"/>
                </a:lnTo>
                <a:lnTo>
                  <a:pt x="6752358" y="5923258"/>
                </a:lnTo>
                <a:lnTo>
                  <a:pt x="6733532" y="6079621"/>
                </a:lnTo>
                <a:lnTo>
                  <a:pt x="6713361" y="6235297"/>
                </a:lnTo>
                <a:lnTo>
                  <a:pt x="6693358" y="6391660"/>
                </a:lnTo>
                <a:lnTo>
                  <a:pt x="6669994" y="6547336"/>
                </a:lnTo>
                <a:lnTo>
                  <a:pt x="6646125" y="6702327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dir="10800000" algn="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A6084-08D6-4685-9150-0F983470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12" y="995517"/>
            <a:ext cx="5568089" cy="4795684"/>
          </a:xfrm>
        </p:spPr>
        <p:txBody>
          <a:bodyPr>
            <a:normAutofit/>
          </a:bodyPr>
          <a:lstStyle/>
          <a:p>
            <a:r>
              <a:rPr lang="en-US" sz="5400" cap="small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Mikor érdemes használni?</a:t>
            </a:r>
            <a:endParaRPr lang="en-US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081E-244C-4A86-B7B5-FD8DAC7F9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4782" y="995517"/>
            <a:ext cx="4353751" cy="47956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 selenium ide, egy viszonylag könnyen használható eszköz az egyszerű tesztesetekre de a komplexebbekre már kevésbé az.</a:t>
            </a:r>
          </a:p>
          <a:p>
            <a:r>
              <a:rPr lang="en-US" sz="180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Selenium-os tesztek készítése akkor éri meg a leginkább, amikor a felület már nem nagyon módosul, de a mögöttes logika, szolgáltatások vagy a háttérrendszerek fejlesztése még folyamatban van. Selenium-os felületi tesztek készítésével a tesztek bármikor visszajátszhatók így szükség szerint folyamatosan értesülhetünk a tesztjeink lefutási eredményeiről!</a:t>
            </a:r>
            <a:endParaRPr lang="en-US" sz="18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sz="18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746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F13AD-9A40-4C20-B52A-18B843466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1" y="609600"/>
            <a:ext cx="6573685" cy="1905000"/>
          </a:xfrm>
        </p:spPr>
        <p:txBody>
          <a:bodyPr>
            <a:normAutofit/>
          </a:bodyPr>
          <a:lstStyle/>
          <a:p>
            <a:r>
              <a:rPr lang="en-US"/>
              <a:t>Hogyan és miből épül fel?</a:t>
            </a:r>
          </a:p>
          <a:p>
            <a:endParaRPr lang="en-US" dirty="0">
              <a:effectLst>
                <a:glow rad="38100">
                  <a:prstClr val="black">
                    <a:lumMod val="65000"/>
                    <a:lumOff val="35000"/>
                    <a:alpha val="40000"/>
                  </a:prstClr>
                </a:glow>
                <a:outerShdw blurRad="28575" dist="38100" dir="14040000" algn="tl" rotWithShape="0">
                  <a:srgbClr val="000000">
                    <a:alpha val="25000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1F10-4B87-47D5-BBF6-2647363DC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6573684" cy="32162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</a:rPr>
              <a:t>A Selenium nemcsak egy egyedülálló eszköz, inkább egy különböző teszteszközökből álló csomag.</a:t>
            </a:r>
            <a:endParaRPr lang="en-US"/>
          </a:p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Selenium Integrated Development Environment (IDE)</a:t>
            </a:r>
          </a:p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Selenium Remote Control (RC)</a:t>
            </a:r>
          </a:p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Selenium WebDriver</a:t>
            </a:r>
          </a:p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Selenium Grid</a:t>
            </a:r>
            <a:endParaRPr lang="en-US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pic>
        <p:nvPicPr>
          <p:cNvPr id="4" name="Picture 4" descr="A picture containing drawing&#10;&#10;Description generated with very high confidence">
            <a:extLst>
              <a:ext uri="{FF2B5EF4-FFF2-40B4-BE49-F238E27FC236}">
                <a16:creationId xmlns:a16="http://schemas.microsoft.com/office/drawing/2014/main" id="{7CD926AB-005D-49D7-8E6A-BDC4D0CB4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010" y="2590511"/>
            <a:ext cx="4813128" cy="3364156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6798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9841D-8461-4953-993A-FA5935F0F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 cap="small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Selenium IDE 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69C34-98E8-4374-ACF0-9AE26D011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Selenium IDE a legegyszerűbb a Selenium Csomag eszközei közül. A Rögzítés és a Visszajátszás funkció teszi kivételesen könnyűvé a megtanulását, hiszen semmilyen vagy csak minimális programozói hozzáértést igényel.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8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3D480C-EC76-419C-9454-23E0BA3C0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Selenium rc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F1A16-4226-4FF7-9461-BB0A3F6E3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Selenium RC (Selenium 1) egy Java-ban írt eszköz, amely teszt script-ek létrehozását teszi lehetővé webes alkalmazásokhoz, a kívánt programozói nyelven, valamint ezek futtatását is elvégzi.</a:t>
            </a: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Ez az eszköz önmagában már nem igazán használatos.</a:t>
            </a:r>
            <a:endParaRPr lang="en-US"/>
          </a:p>
          <a:p>
            <a:endParaRPr lang="en-US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33892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D9FB2-E91F-4D00-B996-8DA17EA03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 cap="small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ea typeface="+mj-lt"/>
                <a:cs typeface="+mj-lt"/>
              </a:rPr>
              <a:t>Selenium Grid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39612-F2F0-493A-87E5-C88922C41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Selenium Grid egy új funkciót tesz elérhetővé, mégpedig azt, hogy a Selenium</a:t>
            </a:r>
            <a:endParaRPr lang="en-US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RC-ben írt teszteket egy időben több böngészőben és platformon futtathatjuk.</a:t>
            </a:r>
            <a:endParaRPr lang="en-US"/>
          </a:p>
          <a:p>
            <a:endParaRPr lang="en-US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7344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BD3ED2-B0E6-45A2-ABD5-ECF31BC37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D2D1E8-4ABF-4B6B-B39D-40B080B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160" y="0"/>
            <a:ext cx="9369421" cy="6857999"/>
          </a:xfrm>
          <a:prstGeom prst="rect">
            <a:avLst/>
          </a:prstGeom>
          <a:gradFill flip="none" rotWithShape="1">
            <a:gsLst>
              <a:gs pos="10000">
                <a:schemeClr val="bg2">
                  <a:lumMod val="60000"/>
                  <a:lumOff val="40000"/>
                  <a:alpha val="40000"/>
                </a:schemeClr>
              </a:gs>
              <a:gs pos="70000">
                <a:schemeClr val="bg2">
                  <a:alpha val="0"/>
                </a:schemeClr>
              </a:gs>
              <a:gs pos="0">
                <a:schemeClr val="bg2">
                  <a:lumMod val="40000"/>
                  <a:lumOff val="6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C7AB4B5-66A5-48D1-BD88-C60A16E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6088489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 w="44450">
            <a:gradFill>
              <a:gsLst>
                <a:gs pos="500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25400" algn="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4925B-3604-4186-8C1C-B5FF0B7D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2" y="643467"/>
            <a:ext cx="4340023" cy="5571064"/>
          </a:xfrm>
        </p:spPr>
        <p:txBody>
          <a:bodyPr anchor="ctr">
            <a:normAutofit/>
          </a:bodyPr>
          <a:lstStyle/>
          <a:p>
            <a:r>
              <a:rPr lang="en-US" sz="440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WEBDRIVER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27BAB-0F1B-451B-B5F9-C8E1F78B6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99" y="643467"/>
            <a:ext cx="4521480" cy="5571064"/>
          </a:xfrm>
        </p:spPr>
        <p:txBody>
          <a:bodyPr>
            <a:normAutofit/>
          </a:bodyPr>
          <a:lstStyle/>
          <a:p>
            <a:r>
              <a:rPr lang="en-US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 WebDriver egy különálló eszköz, de nagyon sok előnye van, főleg a Selenium RC-vel karöltve. A kettő összeolvadását gyakran Selenium 2-nek nevezik. A WebDriver közvetlenül eléri azokat a böngészőket, amelyek támogatják az automatizálást.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3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C6561-2EDC-447E-9530-7ED998675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Támogatott böngészők és operációs </a:t>
            </a:r>
            <a:r>
              <a:rPr lang="en-US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rendszerek</a:t>
            </a:r>
            <a:endParaRPr lang="en-US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93A0530E-5E77-45B8-B3A6-713A07370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124" y="2516689"/>
            <a:ext cx="6886575" cy="1454770"/>
          </a:xfrm>
        </p:spPr>
      </p:pic>
      <p:pic>
        <p:nvPicPr>
          <p:cNvPr id="6" name="Picture 6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F476B9E3-F5A8-4051-B8C4-1F0FF183A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156" y="4255196"/>
            <a:ext cx="7194394" cy="16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46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D2129C-7D33-4008-94EC-D0831E337F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0537" y="762000"/>
            <a:ext cx="8676222" cy="1905000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Összesítésben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 Selenium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egy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nagyon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hasznos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eszköz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amivel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megkönnyíthetjük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tesztelőink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munkáját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mellyel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jobb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minőséget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érhetnek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el.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Ahogy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fentiekből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is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kiderül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nagyon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egyszerű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a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használata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de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sok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gyakorlást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igényel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, ha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komplexebb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feladatokat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kívánunk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 </a:t>
            </a:r>
            <a:r>
              <a:rPr lang="en-US" sz="3600" dirty="0" err="1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megoldani</a:t>
            </a:r>
            <a:r>
              <a:rPr lang="en-US" sz="3600" dirty="0">
                <a:effectLst>
                  <a:glow rad="38100">
                    <a:prstClr val="black">
                      <a:lumMod val="50000"/>
                      <a:lumOff val="50000"/>
                      <a:alpha val="20000"/>
                    </a:prst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ea typeface="+mn-lt"/>
                <a:cs typeface="+mn-lt"/>
              </a:rPr>
              <a:t>.</a:t>
            </a:r>
            <a:endParaRPr lang="en-US" sz="3600" dirty="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499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D6A6C-7320-41BC-B2DA-0C66B9029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9418" y="609600"/>
            <a:ext cx="6223821" cy="36428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Köszönöm a figyelmet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25B83-0304-434F-9C40-3FDCB7A97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17" y="4365523"/>
            <a:ext cx="6223821" cy="179305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rPr>
              <a:t>Készítette: Berkeczi Arnold</a:t>
            </a:r>
          </a:p>
        </p:txBody>
      </p:sp>
      <p:pic>
        <p:nvPicPr>
          <p:cNvPr id="5" name="Picture 4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2FAC2CE8-2EE0-473E-9DBF-51BA2B1DE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99" y="1488504"/>
            <a:ext cx="4001315" cy="3871892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1861005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TC103457485[[fn=Szita]]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Szita</vt:lpstr>
      <vt:lpstr>Selenium </vt:lpstr>
      <vt:lpstr>Tartalom</vt:lpstr>
      <vt:lpstr>Mi az a Selenium?</vt:lpstr>
      <vt:lpstr>Miért pont a selenium?</vt:lpstr>
      <vt:lpstr>Előnyök:</vt:lpstr>
      <vt:lpstr>NÉHÁNY KÉRDÉS FELMERÜLHET AMIKOR AUTOMATIZÁLNI SZERETNÉM A TESZTESETEIMET: </vt:lpstr>
      <vt:lpstr>Mikor érdemes használni?</vt:lpstr>
      <vt:lpstr>Hogyan és miből épül fel? </vt:lpstr>
      <vt:lpstr>Selenium IDE </vt:lpstr>
      <vt:lpstr>Selenium rc</vt:lpstr>
      <vt:lpstr>Selenium Grid</vt:lpstr>
      <vt:lpstr>WEBDRIVER</vt:lpstr>
      <vt:lpstr>Támogatott böngészők és operációs rendszerek</vt:lpstr>
      <vt:lpstr>PowerPoint Presentation</vt:lpstr>
      <vt:lpstr>Köszönöm a figyelmet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390</cp:revision>
  <dcterms:created xsi:type="dcterms:W3CDTF">2020-03-15T09:25:47Z</dcterms:created>
  <dcterms:modified xsi:type="dcterms:W3CDTF">2020-03-23T08:37:06Z</dcterms:modified>
</cp:coreProperties>
</file>